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Failure Prediction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Startup &amp; Project Risk Analyzer</a:t>
            </a:r>
          </a:p>
          <a:p>
            <a:r>
              <a:t>Milestone 1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An intelligent decision-support platform to analyze startup ideas and project proposals.</a:t>
            </a:r>
          </a:p>
          <a:p>
            <a:pPr lvl="1"/>
            <a:r>
              <a:t>Milestone 1 Focus: Data Collection &amp; Market Intelligence</a:t>
            </a:r>
          </a:p>
          <a:p>
            <a:pPr lvl="1"/>
            <a:r>
              <a:t>Target Audience: Entrepreneurs, students, startups, and project teams.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 1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completed the core data and intelligence layer:</a:t>
            </a:r>
          </a:p>
          <a:p>
            <a:pPr lvl="1"/>
            <a:r>
              <a:t>Interactive UI: 3-column dashboard with smart visibility states.</a:t>
            </a:r>
          </a:p>
          <a:p>
            <a:pPr lvl="1"/>
            <a:r>
              <a:t>Dynamic Market Analysis: Automatic calculation of TAM, SAM, SOM and growth trends based on industry.</a:t>
            </a:r>
          </a:p>
          <a:p>
            <a:pPr lvl="1"/>
            <a:r>
              <a:t>Competitor Landscape: Real-time generation of Direct vs Indirect competitors with market share.</a:t>
            </a:r>
          </a:p>
          <a:p>
            <a:pPr lvl="1"/>
            <a:r>
              <a:t>Robust Backend: PostgreSQL integration with seamless session fallback.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Technologies utilized in Milestone 1:</a:t>
            </a:r>
          </a:p>
          <a:p>
            <a:pPr lvl="1"/>
            <a:r>
              <a:t>Frontend: HTML5, CSS3, Jinja2 Templates (Custom Mac-style UI)</a:t>
            </a:r>
          </a:p>
          <a:p>
            <a:pPr lvl="1"/>
            <a:r>
              <a:t>Backend Application: Python, Flask Framework</a:t>
            </a:r>
          </a:p>
          <a:p>
            <a:pPr lvl="1"/>
            <a:r>
              <a:t>Database: PostgreSQL (using psycopg2 for connection)</a:t>
            </a:r>
          </a:p>
          <a:p>
            <a:pPr lvl="1"/>
            <a:r>
              <a:t>Version Control: Git &amp; 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(Milestones 2-4)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Upcoming features to be implemented:</a:t>
            </a:r>
          </a:p>
          <a:p>
            <a:pPr lvl="1"/>
            <a:r>
              <a:t>Milestone 2: Risk scoring engine and automated SWOT analysis.</a:t>
            </a:r>
          </a:p>
          <a:p>
            <a:pPr lvl="1"/>
            <a:r>
              <a:t>Milestone 3: Gemini/OpenAI integration for strategic reasoning and mitigation suggestions.</a:t>
            </a:r>
          </a:p>
          <a:p>
            <a:pPr lvl="1"/>
            <a:r>
              <a:t>Milestone 4: Comprehensive PDF assessment reports and final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